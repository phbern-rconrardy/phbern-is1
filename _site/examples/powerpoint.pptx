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phbern-title-background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HBern title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31" y="1601625"/>
            <a:ext cx="7848600" cy="1402174"/>
          </a:xfrm>
        </p:spPr>
        <p:txBody>
          <a:bodyPr/>
          <a:lstStyle/>
          <a:p>
            <a:r>
              <a:rPr lang="en-US" sz="3100" b="1" u="sng" cap="all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2030" y="3041786"/>
            <a:ext cx="7848599" cy="3940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500" b="1">
                <a:solidFill>
                  <a:srgbClr val="000000"/>
                </a:solidFill>
                <a:latin typeface="Arial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1049288"/>
            <a:ext cx="7848600" cy="514350"/>
          </a:xfrm>
        </p:spPr>
        <p:txBody>
          <a:bodyPr/>
          <a:lstStyle/>
          <a:p>
            <a:fld id="{241EB5C9-1307-BA42-ABA2-0BC069CD8E7F}" type="datetimeFigureOut">
              <a:rPr lang="en-US" smtClean="0" sz="1600" b="0">
                <a:solidFill>
                  <a:srgbClr val="AD0101"/>
                </a:solidFill>
                <a:latin typeface="Arial"/>
              </a:rPr>
              <a:t>1/2/22</a:t>
            </a:fld>
            <a:endParaRPr lang="en-US" sz="1600" b="0">
              <a:solidFill>
                <a:srgbClr val="AD0101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031" y="857250"/>
            <a:ext cx="8299938" cy="3682288"/>
          </a:xfrm>
        </p:spPr>
        <p:txBody>
          <a:bodyPr/>
          <a:lstStyle/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031" y="857250"/>
            <a:ext cx="8299938" cy="368228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2031" y="857250"/>
            <a:ext cx="4005953" cy="3682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016" y="857250"/>
            <a:ext cx="4005953" cy="368228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>
            <a:lvl1pPr>
              <a:defRPr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2031" y="857250"/>
            <a:ext cx="4005953" cy="368228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6016" y="857250"/>
            <a:ext cx="4005953" cy="3682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11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7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6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031" y="857250"/>
            <a:ext cx="8299938" cy="3682288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z="1800" b="0">
                <a:solidFill>
                  <a:srgbClr val="000000"/>
                </a:solidFill>
                <a:latin typeface="Arial"/>
              </a:rPr>
              <a:t>Click to edit Master text styles</a:t>
            </a:r>
          </a:p>
          <a:p>
            <a:pPr lvl="1"/>
            <a:r>
              <a:rPr lang="en-US" sz="1800" b="0">
                <a:solidFill>
                  <a:srgbClr val="000000"/>
                </a:solidFill>
                <a:latin typeface="Arial"/>
              </a:rPr>
              <a:t>Second level</a:t>
            </a:r>
          </a:p>
          <a:p>
            <a:pPr lvl="2"/>
            <a:r>
              <a:rPr lang="en-US" sz="1800" b="0">
                <a:solidFill>
                  <a:srgbClr val="000000"/>
                </a:solidFill>
                <a:latin typeface="Arial"/>
              </a:rPr>
              <a:t>Third level</a:t>
            </a:r>
          </a:p>
          <a:p>
            <a:pPr lvl="3"/>
            <a:r>
              <a:rPr lang="en-US" sz="1800" b="0">
                <a:solidFill>
                  <a:srgbClr val="000000"/>
                </a:solidFill>
                <a:latin typeface="Arial"/>
              </a:rPr>
              <a:t>Fourth level</a:t>
            </a:r>
          </a:p>
          <a:p>
            <a:pPr lvl="4"/>
            <a:r>
              <a:rPr lang="en-US" sz="1800" b="0">
                <a:solidFill>
                  <a:srgbClr val="000000"/>
                </a:solidFill>
                <a:latin typeface="Arial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9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2031" y="376557"/>
            <a:ext cx="8299938" cy="294959"/>
          </a:xfrm>
        </p:spPr>
        <p:txBody>
          <a:bodyPr vert="eaVert"/>
          <a:lstStyle/>
          <a:p>
            <a:r>
              <a:rPr lang="en-US" sz="2000" b="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HBern bottom rule"/>
          <p:cNvSpPr/>
          <p:nvPr/>
        </p:nvSpPr>
        <p:spPr>
          <a:xfrm>
            <a:off x="422031" y="4804000"/>
            <a:ext cx="8299938" cy="0"/>
          </a:xfrm>
          <a:prstGeom prst="rect">
            <a:avLst/>
          </a:prstGeom>
          <a:noFill/>
          <a:ln w="9525">
            <a:solidFill>
              <a:srgbClr val="D0D0D0"/>
            </a:solidFill>
          </a:ln>
        </p:spPr>
      </p:sp>
      <p:sp>
        <p:nvSpPr>
          <p:cNvPr id="8" name="PHBern footer"/>
          <p:cNvSpPr txBox="1"/>
          <p:nvPr/>
        </p:nvSpPr>
        <p:spPr>
          <a:xfrm>
            <a:off x="7840000" y="4840000"/>
            <a:ext cx="700000" cy="200000"/>
          </a:xfrm>
          <a:prstGeom prst="rect">
            <a:avLst/>
          </a:prstGeom>
          <a:noFill/>
        </p:spPr>
        <p:txBody>
          <a:bodyPr lIns="0" rIns="0" tIns="0" bIns="0"/>
          <a:lstStyle/>
          <a:p>
            <a:pPr algn="r"/>
            <a:r>
              <a:rPr lang="de-CH" sz="1300" b="0">
                <a:solidFill>
                  <a:srgbClr val="AD0101"/>
                </a:solidFill>
                <a:latin typeface="Arial"/>
              </a:rPr>
              <a:t>PHBern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31" y="1601625"/>
            <a:ext cx="7848600" cy="14021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Editable PHBern 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422030" y="3041786"/>
            <a:ext cx="7848599" cy="3940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PPTX example</a:t>
            </a:r>
            <a:br/>
            <a:br/>
            <a:r>
              <a:rPr/>
              <a:t>Team Digitalität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Structure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PowerPoint when downstream editing is required.</a:t>
            </a:r>
          </a:p>
          <a:p>
            <a:pPr lvl="0"/>
            <a:r>
              <a:rPr/>
              <a:t>Prefer conventional slide structures.</a:t>
            </a:r>
          </a:p>
          <a:p>
            <a:pPr lvl="0"/>
            <a:r>
              <a:rPr/>
              <a:t>Reserve Reveal.js-specific classes for browser presentations.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</a:t>
            </a:r>
          </a:p>
          <a:p>
            <a:pPr lvl="0"/>
            <a:r>
              <a:rPr/>
              <a:t>Quarto Markdown</a:t>
            </a:r>
          </a:p>
          <a:p>
            <a:pPr lvl="0"/>
            <a:r>
              <a:rPr/>
              <a:t>headings</a:t>
            </a:r>
          </a:p>
          <a:p>
            <a:pPr lvl="0"/>
            <a:r>
              <a:rPr/>
              <a:t>lists</a:t>
            </a:r>
          </a:p>
          <a:p>
            <a:pPr lvl="0"/>
            <a:r>
              <a:rPr/>
              <a:t>images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/>
            <a:r>
              <a:rPr/>
              <a:t>editable text</a:t>
            </a:r>
          </a:p>
          <a:p>
            <a:pPr lvl="0"/>
            <a:r>
              <a:rPr/>
              <a:t>editable layouts</a:t>
            </a:r>
          </a:p>
          <a:p>
            <a:pPr lvl="0"/>
            <a:r>
              <a:rPr/>
              <a:t>PHBern reference deck</a:t>
            </a:r>
          </a:p>
          <a:p>
            <a:pPr lvl="0"/>
            <a:r>
              <a:rPr/>
              <a:t>familiar hand-off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Handover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376557"/>
            <a:ext cx="8299938" cy="29495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Open the </a:t>
            </a:r>
            <a:r>
              <a:rPr>
                <a:latin typeface="Courier"/>
              </a:rPr>
              <a:t>.pptx</a:t>
            </a:r>
            <a:r>
              <a:rPr/>
              <a:t> in PowerPoint.</a:t>
            </a:r>
          </a:p>
          <a:p>
            <a:pPr lvl="0" indent="-342900" marL="342900">
              <a:buAutoNum type="arabicPeriod"/>
            </a:pPr>
            <a:r>
              <a:rPr/>
              <a:t>Confirm fonts and image placement.</a:t>
            </a:r>
          </a:p>
          <a:p>
            <a:pPr lvl="0" indent="-342900" marL="342900">
              <a:buAutoNum type="arabicPeriod"/>
            </a:pPr>
            <a:r>
              <a:rPr/>
              <a:t>Add alt text where PowerPoint did not preserve it.</a:t>
            </a:r>
          </a:p>
          <a:p>
            <a:pPr lvl="0" indent="-342900" marL="342900">
              <a:buAutoNum type="arabicPeriod"/>
            </a:pPr>
            <a:r>
              <a:rPr/>
              <a:t>Run the accessibility checker.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PHBern slides</dc:title>
  <dc:creator>Team Digitalität</dc:creator>
  <cp:keywords/>
  <dcterms:created xsi:type="dcterms:W3CDTF">2026-07-28T07:39:44Z</dcterms:created>
  <dcterms:modified xsi:type="dcterms:W3CDTF">2026-07-28T07:39:44Z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institut">
    <vt:lpwstr>Sekundarstufe II</vt:lpwstr>
  </property>
  <property fmtid="{D5CDD505-2E9C-101B-9397-08002B2CF9AE}" pid="10" name="labels">
    <vt:lpwstr/>
  </property>
  <property fmtid="{D5CDD505-2E9C-101B-9397-08002B2CF9AE}" pid="11" name="revealjs-plugins">
    <vt:lpwstr/>
  </property>
  <property fmtid="{D5CDD505-2E9C-101B-9397-08002B2CF9AE}" pid="12" name="subtitle">
    <vt:lpwstr>PPTX example</vt:lpwstr>
  </property>
  <property fmtid="{D5CDD505-2E9C-101B-9397-08002B2CF9AE}" pid="13" name="toc-title">
    <vt:lpwstr>Inhaltsverzeichnis</vt:lpwstr>
  </property>
</Properties>
</file>